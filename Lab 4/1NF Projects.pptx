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7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4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3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0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9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4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3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6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7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/>
              <a:t>1NF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Project : </a:t>
            </a:r>
            <a:r>
              <a:rPr lang="en-US" sz="2800" dirty="0" err="1" smtClean="0"/>
              <a:t>Proj_No</a:t>
            </a:r>
            <a:r>
              <a:rPr lang="en-US" sz="2800" dirty="0" smtClean="0"/>
              <a:t>  (PK)  </a:t>
            </a:r>
            <a:r>
              <a:rPr lang="en-US" sz="2800" dirty="0" err="1" smtClean="0"/>
              <a:t>Proj_Name</a:t>
            </a:r>
            <a:r>
              <a:rPr lang="en-US" sz="2800" dirty="0" smtClean="0"/>
              <a:t> 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err="1" smtClean="0"/>
              <a:t>Project_Details</a:t>
            </a:r>
            <a:r>
              <a:rPr lang="en-US" sz="2800" b="1" dirty="0" smtClean="0"/>
              <a:t> : </a:t>
            </a:r>
            <a:r>
              <a:rPr lang="en-US" sz="2800" b="1" dirty="0" err="1" smtClean="0"/>
              <a:t>E</a:t>
            </a:r>
            <a:r>
              <a:rPr lang="en-US" sz="2800" dirty="0" err="1" smtClean="0"/>
              <a:t>mp_No</a:t>
            </a:r>
            <a:r>
              <a:rPr lang="en-US" sz="2800" dirty="0" smtClean="0"/>
              <a:t>  (</a:t>
            </a:r>
            <a:r>
              <a:rPr lang="en-US" sz="2800" dirty="0"/>
              <a:t>PK</a:t>
            </a:r>
            <a:r>
              <a:rPr lang="en-US" sz="2800" dirty="0" smtClean="0"/>
              <a:t>)(FK) </a:t>
            </a:r>
            <a:r>
              <a:rPr lang="en-US" sz="2800" dirty="0" err="1"/>
              <a:t>Proj</a:t>
            </a:r>
            <a:r>
              <a:rPr lang="en-US" sz="2800" dirty="0"/>
              <a:t> _No (FK</a:t>
            </a:r>
            <a:r>
              <a:rPr lang="en-US" sz="2800" dirty="0" smtClean="0"/>
              <a:t>)(PK)  </a:t>
            </a:r>
            <a:r>
              <a:rPr lang="en-US" sz="2800" dirty="0" err="1" smtClean="0"/>
              <a:t>Emp_Name</a:t>
            </a:r>
            <a:r>
              <a:rPr lang="en-US" sz="2800" dirty="0" smtClean="0"/>
              <a:t>    job class  </a:t>
            </a:r>
            <a:r>
              <a:rPr lang="en-US" sz="2800" dirty="0" err="1" smtClean="0"/>
              <a:t>chg</a:t>
            </a:r>
            <a:r>
              <a:rPr lang="en-US" sz="2800" dirty="0" smtClean="0"/>
              <a:t> hours  </a:t>
            </a:r>
            <a:r>
              <a:rPr lang="en-US" sz="2800" dirty="0" err="1" smtClean="0"/>
              <a:t>hours_billed</a:t>
            </a:r>
            <a:r>
              <a:rPr lang="en-US" sz="2800" dirty="0" smtClean="0"/>
              <a:t>  </a:t>
            </a:r>
            <a:r>
              <a:rPr lang="en-US" sz="2800" dirty="0" err="1" smtClean="0"/>
              <a:t>total_charge</a:t>
            </a:r>
            <a:r>
              <a:rPr lang="en-US" sz="2800" dirty="0" smtClean="0"/>
              <a:t> 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</a:t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915582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2NF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Project : </a:t>
            </a:r>
            <a:r>
              <a:rPr lang="en-US" sz="2800" dirty="0" err="1" smtClean="0"/>
              <a:t>Proj_No</a:t>
            </a:r>
            <a:r>
              <a:rPr lang="en-US" sz="2800" dirty="0" smtClean="0"/>
              <a:t>  (PK)  </a:t>
            </a:r>
            <a:r>
              <a:rPr lang="en-US" sz="2800" dirty="0" err="1" smtClean="0"/>
              <a:t>Proj_Name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err="1" smtClean="0"/>
              <a:t>Emp</a:t>
            </a:r>
            <a:r>
              <a:rPr lang="en-US" sz="2800" b="1" dirty="0" smtClean="0"/>
              <a:t> : </a:t>
            </a:r>
            <a:r>
              <a:rPr lang="en-US" sz="2800" dirty="0" err="1" smtClean="0"/>
              <a:t>Emp_No</a:t>
            </a:r>
            <a:r>
              <a:rPr lang="en-US" sz="2800" dirty="0" smtClean="0"/>
              <a:t> (</a:t>
            </a:r>
            <a:r>
              <a:rPr lang="en-US" sz="2800" dirty="0" err="1" smtClean="0"/>
              <a:t>Pk</a:t>
            </a:r>
            <a:r>
              <a:rPr lang="en-US" sz="2800" dirty="0" smtClean="0"/>
              <a:t>) </a:t>
            </a:r>
            <a:r>
              <a:rPr lang="en-US" sz="2800" dirty="0" err="1" smtClean="0"/>
              <a:t>Emp_Name</a:t>
            </a:r>
            <a:r>
              <a:rPr lang="en-US" sz="2800" dirty="0" smtClean="0"/>
              <a:t> </a:t>
            </a:r>
            <a:r>
              <a:rPr lang="en-US" sz="2800" dirty="0" err="1" smtClean="0"/>
              <a:t>job_class</a:t>
            </a:r>
            <a:r>
              <a:rPr lang="en-US" sz="2800" dirty="0" smtClean="0"/>
              <a:t> </a:t>
            </a:r>
            <a:r>
              <a:rPr lang="en-US" sz="2800" dirty="0" err="1" smtClean="0"/>
              <a:t>chg_hours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err="1" smtClean="0"/>
              <a:t>Emp_Project</a:t>
            </a:r>
            <a:r>
              <a:rPr lang="en-US" sz="2800" b="1" dirty="0" smtClean="0"/>
              <a:t> : </a:t>
            </a:r>
            <a:r>
              <a:rPr lang="en-US" sz="2800" dirty="0" err="1" smtClean="0"/>
              <a:t>Proj_No</a:t>
            </a:r>
            <a:r>
              <a:rPr lang="en-US" sz="2800" dirty="0" smtClean="0"/>
              <a:t>(PK,FK)</a:t>
            </a:r>
            <a:r>
              <a:rPr lang="en-US" sz="2800" dirty="0" err="1" smtClean="0"/>
              <a:t>Emp_No</a:t>
            </a:r>
            <a:r>
              <a:rPr lang="en-US" sz="2800" dirty="0" smtClean="0"/>
              <a:t> (PK,FK) Hours </a:t>
            </a:r>
            <a:r>
              <a:rPr lang="en-US" sz="2800" dirty="0" err="1"/>
              <a:t>hours_billed</a:t>
            </a:r>
            <a:r>
              <a:rPr lang="en-US" sz="2800" dirty="0"/>
              <a:t> </a:t>
            </a:r>
            <a:r>
              <a:rPr lang="en-US" sz="2800" dirty="0" err="1"/>
              <a:t>total_charge</a:t>
            </a:r>
            <a:r>
              <a:rPr lang="en-US" sz="2800" dirty="0"/>
              <a:t>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52832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3NF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Project : </a:t>
            </a:r>
            <a:r>
              <a:rPr lang="en-US" sz="2800" dirty="0" err="1"/>
              <a:t>Proj_No</a:t>
            </a:r>
            <a:r>
              <a:rPr lang="en-US" sz="2800" dirty="0"/>
              <a:t>  (PK)  </a:t>
            </a:r>
            <a:r>
              <a:rPr lang="en-US" sz="2800" dirty="0" err="1" smtClean="0"/>
              <a:t>Proj_Name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Job : </a:t>
            </a:r>
            <a:r>
              <a:rPr lang="en-US" sz="2800" dirty="0" smtClean="0"/>
              <a:t>Class (PK)   </a:t>
            </a:r>
            <a:r>
              <a:rPr lang="en-US" sz="2800" dirty="0" err="1" smtClean="0"/>
              <a:t>Chg</a:t>
            </a:r>
            <a:r>
              <a:rPr lang="en-US" sz="2800" dirty="0" smtClean="0"/>
              <a:t>/Hour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err="1"/>
              <a:t>Emp</a:t>
            </a:r>
            <a:r>
              <a:rPr lang="en-US" sz="2800" b="1" dirty="0"/>
              <a:t> : </a:t>
            </a:r>
            <a:r>
              <a:rPr lang="en-US" sz="2800" dirty="0" err="1"/>
              <a:t>Emp_No</a:t>
            </a:r>
            <a:r>
              <a:rPr lang="en-US" sz="2800" dirty="0"/>
              <a:t> (</a:t>
            </a:r>
            <a:r>
              <a:rPr lang="en-US" sz="2800" dirty="0" err="1"/>
              <a:t>Pk</a:t>
            </a:r>
            <a:r>
              <a:rPr lang="en-US" sz="2800" dirty="0"/>
              <a:t>) </a:t>
            </a:r>
            <a:r>
              <a:rPr lang="en-US" sz="2800" dirty="0" err="1"/>
              <a:t>Emp_Name</a:t>
            </a:r>
            <a:r>
              <a:rPr lang="en-US" sz="2800" dirty="0"/>
              <a:t> </a:t>
            </a:r>
            <a:r>
              <a:rPr lang="en-US" sz="2800" dirty="0" err="1" smtClean="0"/>
              <a:t>job_class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err="1"/>
              <a:t>Emp_Project</a:t>
            </a:r>
            <a:r>
              <a:rPr lang="en-US" sz="2800" b="1" dirty="0"/>
              <a:t> : </a:t>
            </a:r>
            <a:r>
              <a:rPr lang="en-US" sz="2800" dirty="0" err="1"/>
              <a:t>Proj_No</a:t>
            </a:r>
            <a:r>
              <a:rPr lang="en-US" sz="2800" dirty="0"/>
              <a:t>(PK,FK)</a:t>
            </a:r>
            <a:r>
              <a:rPr lang="en-US" sz="2800" dirty="0" err="1"/>
              <a:t>Emp_No</a:t>
            </a:r>
            <a:r>
              <a:rPr lang="en-US" sz="2800" dirty="0"/>
              <a:t> (PK,FK) Hours </a:t>
            </a:r>
            <a:r>
              <a:rPr lang="en-US" sz="2800" dirty="0" err="1"/>
              <a:t>hours_billed</a:t>
            </a:r>
            <a:r>
              <a:rPr lang="en-US" sz="2800" dirty="0"/>
              <a:t> </a:t>
            </a:r>
            <a:r>
              <a:rPr lang="en-US" sz="2800" dirty="0" err="1"/>
              <a:t>total_charge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>
                <a:effectLst/>
              </a:rPr>
              <a:t/>
            </a:r>
            <a:br>
              <a:rPr lang="en-US" sz="2800" b="0" dirty="0" smtClean="0">
                <a:effectLst/>
              </a:rPr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36321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1NF  Project : Proj_No  (PK)  Proj_Name   Project_Details : Emp_No  (PK)(FK) Proj _No (FK)(PK)  Emp_Name    job class  chg hours  hours_billed  total_charge       </vt:lpstr>
      <vt:lpstr>   2NF  Project : Proj_No  (PK)  Proj_Name  Emp : Emp_No (Pk) Emp_Name job_class chg_hours  Emp_Project : Proj_No(PK,FK)Emp_No (PK,FK) Hours hours_billed total_charge         </vt:lpstr>
      <vt:lpstr>           3NF  Project : Proj_No  (PK)  Proj_Name  Job : Class (PK)   Chg/Hour  Emp : Emp_No (Pk) Emp_Name job_class  Emp_Project : Proj_No(PK,FK)Emp_No (PK,FK) Hours hours_billed total_charge      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12</cp:revision>
  <dcterms:created xsi:type="dcterms:W3CDTF">2025-11-09T07:51:21Z</dcterms:created>
  <dcterms:modified xsi:type="dcterms:W3CDTF">2025-11-09T10:02:46Z</dcterms:modified>
</cp:coreProperties>
</file>