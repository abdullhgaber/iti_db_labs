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A7A2-DEA5-4D08-B430-9B48B5B9949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2C7E-F307-4327-B577-7FE17B16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776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A7A2-DEA5-4D08-B430-9B48B5B9949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2C7E-F307-4327-B577-7FE17B16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4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A7A2-DEA5-4D08-B430-9B48B5B9949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2C7E-F307-4327-B577-7FE17B16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491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A7A2-DEA5-4D08-B430-9B48B5B9949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2C7E-F307-4327-B577-7FE17B16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249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A7A2-DEA5-4D08-B430-9B48B5B9949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2C7E-F307-4327-B577-7FE17B16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338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A7A2-DEA5-4D08-B430-9B48B5B9949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2C7E-F307-4327-B577-7FE17B16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07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A7A2-DEA5-4D08-B430-9B48B5B9949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2C7E-F307-4327-B577-7FE17B16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99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A7A2-DEA5-4D08-B430-9B48B5B9949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2C7E-F307-4327-B577-7FE17B16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942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A7A2-DEA5-4D08-B430-9B48B5B9949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2C7E-F307-4327-B577-7FE17B16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730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A7A2-DEA5-4D08-B430-9B48B5B9949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2C7E-F307-4327-B577-7FE17B16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562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9A7A2-DEA5-4D08-B430-9B48B5B9949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E2C7E-F307-4327-B577-7FE17B16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479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9A7A2-DEA5-4D08-B430-9B48B5B9949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7E2C7E-F307-4327-B577-7FE17B161E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57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981200"/>
            <a:ext cx="9296400" cy="1470025"/>
          </a:xfrm>
        </p:spPr>
        <p:txBody>
          <a:bodyPr>
            <a:noAutofit/>
          </a:bodyPr>
          <a:lstStyle/>
          <a:p>
            <a:pPr algn="l"/>
            <a:r>
              <a:rPr lang="en-US" sz="2800" b="1" dirty="0" smtClean="0"/>
              <a:t>1NF</a:t>
            </a:r>
            <a:br>
              <a:rPr lang="en-US" sz="2800" b="1" dirty="0" smtClean="0"/>
            </a:b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/>
              <a:t>Customer</a:t>
            </a:r>
            <a:r>
              <a:rPr lang="en-US" sz="2800" dirty="0" smtClean="0"/>
              <a:t> : </a:t>
            </a:r>
            <a:r>
              <a:rPr lang="en-US" sz="2800" u="sng" dirty="0" err="1" smtClean="0"/>
              <a:t>Customer_No</a:t>
            </a:r>
            <a:r>
              <a:rPr lang="en-US" sz="2800" dirty="0" smtClean="0"/>
              <a:t>    </a:t>
            </a:r>
            <a:r>
              <a:rPr lang="en-US" sz="2800" dirty="0" err="1" smtClean="0"/>
              <a:t>CName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          </a:t>
            </a:r>
            <a:br>
              <a:rPr lang="en-US" sz="2800" dirty="0" smtClean="0"/>
            </a:br>
            <a:r>
              <a:rPr lang="en-US" sz="1800" b="1" dirty="0" smtClean="0"/>
              <a:t>Rent _Details</a:t>
            </a:r>
            <a:r>
              <a:rPr lang="en-US" sz="2800" dirty="0" smtClean="0"/>
              <a:t>: </a:t>
            </a:r>
            <a:r>
              <a:rPr lang="en-US" sz="2000" u="sng" dirty="0" err="1" smtClean="0"/>
              <a:t>Property_No</a:t>
            </a:r>
            <a:r>
              <a:rPr lang="en-US" sz="2000" u="sng" dirty="0" smtClean="0"/>
              <a:t> </a:t>
            </a:r>
            <a:r>
              <a:rPr lang="en-US" sz="2000" dirty="0" smtClean="0"/>
              <a:t>   (FK : </a:t>
            </a:r>
            <a:r>
              <a:rPr lang="en-US" sz="2000" u="sng" dirty="0" err="1" smtClean="0"/>
              <a:t>Customer_Number</a:t>
            </a:r>
            <a:r>
              <a:rPr lang="en-US" sz="2000" u="sng" dirty="0"/>
              <a:t>)</a:t>
            </a:r>
            <a:r>
              <a:rPr lang="en-US" sz="2000" dirty="0" smtClean="0"/>
              <a:t>  </a:t>
            </a:r>
            <a:r>
              <a:rPr lang="en-US" sz="2000" dirty="0" err="1" smtClean="0"/>
              <a:t>PAddress</a:t>
            </a:r>
            <a:r>
              <a:rPr lang="en-US" sz="2000" dirty="0" smtClean="0"/>
              <a:t> </a:t>
            </a:r>
            <a:r>
              <a:rPr lang="en-US" sz="2000" dirty="0" smtClean="0"/>
              <a:t>Rent  </a:t>
            </a:r>
            <a:r>
              <a:rPr lang="en-US" sz="2000" dirty="0" err="1" smtClean="0"/>
              <a:t>RentStart</a:t>
            </a:r>
            <a:r>
              <a:rPr lang="en-US" sz="2000" dirty="0" smtClean="0"/>
              <a:t> </a:t>
            </a:r>
            <a:r>
              <a:rPr lang="en-US" sz="2000" dirty="0" err="1" smtClean="0"/>
              <a:t>RentFinish</a:t>
            </a:r>
            <a:r>
              <a:rPr lang="en-US" sz="2000" dirty="0" smtClean="0"/>
              <a:t> </a:t>
            </a:r>
            <a:r>
              <a:rPr lang="en-US" sz="2000" b="1" dirty="0" smtClean="0"/>
              <a:t> </a:t>
            </a:r>
            <a:r>
              <a:rPr lang="en-US" sz="2000" dirty="0" err="1" smtClean="0"/>
              <a:t>Owner_No</a:t>
            </a:r>
            <a:r>
              <a:rPr lang="en-US" sz="2000" dirty="0" smtClean="0"/>
              <a:t>    </a:t>
            </a:r>
            <a:r>
              <a:rPr lang="en-US" sz="2000" dirty="0" err="1" smtClean="0"/>
              <a:t>Oname</a:t>
            </a: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   </a:t>
            </a:r>
            <a:br>
              <a:rPr lang="en-US" sz="2800" dirty="0" smtClean="0"/>
            </a:br>
            <a:endParaRPr lang="en-US" sz="2800" u="sng" dirty="0"/>
          </a:p>
        </p:txBody>
      </p:sp>
    </p:spTree>
    <p:extLst>
      <p:ext uri="{BB962C8B-B14F-4D97-AF65-F5344CB8AC3E}">
        <p14:creationId xmlns:p14="http://schemas.microsoft.com/office/powerpoint/2010/main" val="915582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981200"/>
            <a:ext cx="9296400" cy="1470025"/>
          </a:xfrm>
        </p:spPr>
        <p:txBody>
          <a:bodyPr>
            <a:noAutofit/>
          </a:bodyPr>
          <a:lstStyle/>
          <a:p>
            <a:pPr algn="l"/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/>
              <a:t/>
            </a:r>
            <a:br>
              <a:rPr lang="en-US" sz="2800" b="1" dirty="0"/>
            </a:b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/>
              <a:t>2NF</a:t>
            </a:r>
            <a:br>
              <a:rPr lang="en-US" sz="2800" b="1" dirty="0" smtClean="0"/>
            </a:b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/>
              <a:t>Customer</a:t>
            </a:r>
            <a:r>
              <a:rPr lang="en-US" sz="2800" dirty="0" smtClean="0"/>
              <a:t> : </a:t>
            </a:r>
            <a:r>
              <a:rPr lang="en-US" sz="2800" u="sng" dirty="0" err="1" smtClean="0"/>
              <a:t>Customer_No</a:t>
            </a:r>
            <a:r>
              <a:rPr lang="en-US" sz="2800" dirty="0" smtClean="0"/>
              <a:t>    </a:t>
            </a:r>
            <a:r>
              <a:rPr lang="en-US" sz="2800" dirty="0" err="1" smtClean="0"/>
              <a:t>CName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          </a:t>
            </a:r>
            <a:br>
              <a:rPr lang="en-US" sz="2800" dirty="0" smtClean="0"/>
            </a:br>
            <a:r>
              <a:rPr lang="en-US" sz="2800" b="1" dirty="0" smtClean="0"/>
              <a:t>Property</a:t>
            </a:r>
            <a:r>
              <a:rPr lang="en-US" sz="2800" dirty="0" smtClean="0"/>
              <a:t>: </a:t>
            </a:r>
            <a:r>
              <a:rPr lang="en-US" sz="2400" u="sng" dirty="0" err="1" smtClean="0"/>
              <a:t>Property_No</a:t>
            </a:r>
            <a:r>
              <a:rPr lang="en-US" sz="2400" dirty="0" smtClean="0"/>
              <a:t>  </a:t>
            </a:r>
            <a:r>
              <a:rPr lang="en-US" sz="2400" dirty="0" err="1" smtClean="0"/>
              <a:t>Paddress</a:t>
            </a:r>
            <a:r>
              <a:rPr lang="en-US" sz="2400" dirty="0"/>
              <a:t> </a:t>
            </a:r>
            <a:r>
              <a:rPr lang="en-US" sz="2400" dirty="0" err="1" smtClean="0"/>
              <a:t>Owner_No</a:t>
            </a:r>
            <a:r>
              <a:rPr lang="en-US" sz="2400" dirty="0" smtClean="0"/>
              <a:t> </a:t>
            </a:r>
            <a:r>
              <a:rPr lang="en-US" sz="2400" dirty="0" err="1" smtClean="0"/>
              <a:t>Owner_Name</a:t>
            </a:r>
            <a:r>
              <a:rPr lang="en-US" sz="2400" dirty="0" smtClean="0"/>
              <a:t> </a:t>
            </a:r>
            <a:br>
              <a:rPr lang="en-US" sz="24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b="1" dirty="0" smtClean="0"/>
              <a:t>Rent: </a:t>
            </a:r>
            <a:r>
              <a:rPr lang="en-US" sz="2800" dirty="0" err="1" smtClean="0"/>
              <a:t>Property_No</a:t>
            </a:r>
            <a:r>
              <a:rPr lang="en-US" sz="2800" dirty="0" smtClean="0"/>
              <a:t>(PK, FK) Customer No (PK, FK)</a:t>
            </a:r>
            <a:r>
              <a:rPr lang="en-US" sz="2800" dirty="0" err="1" smtClean="0"/>
              <a:t>Rent_Start</a:t>
            </a:r>
            <a:r>
              <a:rPr lang="en-US" sz="2800" dirty="0" smtClean="0"/>
              <a:t> (PK)</a:t>
            </a:r>
            <a:r>
              <a:rPr lang="en-US" sz="2800" dirty="0" err="1" smtClean="0"/>
              <a:t>Rent_Finish</a:t>
            </a:r>
            <a:r>
              <a:rPr lang="en-US" sz="2800" dirty="0" smtClean="0"/>
              <a:t> Rent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   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800" u="sng" dirty="0"/>
          </a:p>
        </p:txBody>
      </p:sp>
    </p:spTree>
    <p:extLst>
      <p:ext uri="{BB962C8B-B14F-4D97-AF65-F5344CB8AC3E}">
        <p14:creationId xmlns:p14="http://schemas.microsoft.com/office/powerpoint/2010/main" val="1528329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981200"/>
            <a:ext cx="9296400" cy="1470025"/>
          </a:xfrm>
        </p:spPr>
        <p:txBody>
          <a:bodyPr>
            <a:noAutofit/>
          </a:bodyPr>
          <a:lstStyle/>
          <a:p>
            <a:pPr algn="l"/>
            <a:r>
              <a:rPr lang="en-US" sz="2800" b="1" dirty="0"/>
              <a:t/>
            </a:r>
            <a:br>
              <a:rPr lang="en-US" sz="2800" b="1" dirty="0"/>
            </a:b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/>
              <a:t/>
            </a:r>
            <a:br>
              <a:rPr lang="en-US" sz="2800" b="1" dirty="0"/>
            </a:b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/>
              <a:t/>
            </a:r>
            <a:br>
              <a:rPr lang="en-US" sz="2800" b="1" dirty="0"/>
            </a:b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/>
              <a:t/>
            </a:r>
            <a:br>
              <a:rPr lang="en-US" sz="2800" b="1" dirty="0"/>
            </a:b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/>
              <a:t/>
            </a:r>
            <a:br>
              <a:rPr lang="en-US" sz="2800" b="1" dirty="0"/>
            </a:br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/>
              <a:t>3NF</a:t>
            </a:r>
            <a:r>
              <a:rPr lang="en-US" sz="2800" b="1" dirty="0"/>
              <a:t/>
            </a:r>
            <a:br>
              <a:rPr lang="en-US" sz="2800" b="1" dirty="0"/>
            </a:br>
            <a:r>
              <a:rPr lang="en-US" sz="2800" b="1" dirty="0"/>
              <a:t/>
            </a:r>
            <a:br>
              <a:rPr lang="en-US" sz="2800" b="1" dirty="0"/>
            </a:br>
            <a:r>
              <a:rPr lang="en-US" sz="2800" b="1" dirty="0"/>
              <a:t>Customer</a:t>
            </a:r>
            <a:r>
              <a:rPr lang="en-US" sz="2800" dirty="0"/>
              <a:t> : </a:t>
            </a:r>
            <a:r>
              <a:rPr lang="en-US" sz="2800" u="sng" dirty="0" err="1"/>
              <a:t>Customer_No</a:t>
            </a:r>
            <a:r>
              <a:rPr lang="en-US" sz="2800" dirty="0"/>
              <a:t>    </a:t>
            </a:r>
            <a:r>
              <a:rPr lang="en-US" sz="2800" dirty="0" err="1"/>
              <a:t>CName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          </a:t>
            </a:r>
            <a:br>
              <a:rPr lang="en-US" sz="2800" dirty="0"/>
            </a:br>
            <a:r>
              <a:rPr lang="en-US" sz="2800" b="1" dirty="0"/>
              <a:t>Property</a:t>
            </a:r>
            <a:r>
              <a:rPr lang="en-US" sz="2800" dirty="0"/>
              <a:t>: </a:t>
            </a:r>
            <a:r>
              <a:rPr lang="en-US" sz="2800" u="sng" dirty="0" err="1"/>
              <a:t>Property_No</a:t>
            </a:r>
            <a:r>
              <a:rPr lang="en-US" sz="2800" dirty="0"/>
              <a:t>  </a:t>
            </a:r>
            <a:r>
              <a:rPr lang="en-US" sz="2800" dirty="0" err="1"/>
              <a:t>Paddress</a:t>
            </a:r>
            <a:r>
              <a:rPr lang="en-US" sz="2800" dirty="0"/>
              <a:t> </a:t>
            </a:r>
            <a:r>
              <a:rPr lang="en-US" sz="2800" dirty="0" smtClean="0"/>
              <a:t>(</a:t>
            </a:r>
            <a:r>
              <a:rPr lang="en-US" sz="2800" dirty="0"/>
              <a:t>FK: </a:t>
            </a:r>
            <a:r>
              <a:rPr lang="en-US" sz="2800" dirty="0" err="1"/>
              <a:t>Owner_No</a:t>
            </a:r>
            <a:r>
              <a:rPr lang="en-US" sz="2800" dirty="0"/>
              <a:t>)</a:t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b="1" dirty="0"/>
              <a:t>Rent</a:t>
            </a:r>
            <a:r>
              <a:rPr lang="en-US" sz="2800" dirty="0"/>
              <a:t> </a:t>
            </a:r>
            <a:r>
              <a:rPr lang="en-US" sz="2800" b="1" dirty="0" smtClean="0"/>
              <a:t>_</a:t>
            </a:r>
            <a:r>
              <a:rPr lang="en-US" sz="2800" b="1" dirty="0" err="1" smtClean="0"/>
              <a:t>Porperty</a:t>
            </a:r>
            <a:r>
              <a:rPr lang="en-US" sz="2800" dirty="0" smtClean="0"/>
              <a:t> : </a:t>
            </a:r>
            <a:r>
              <a:rPr lang="en-US" sz="2800" dirty="0" err="1" smtClean="0"/>
              <a:t>Property_NO</a:t>
            </a:r>
            <a:r>
              <a:rPr lang="en-US" sz="2800" dirty="0" smtClean="0"/>
              <a:t> (PK, FK)</a:t>
            </a:r>
            <a:r>
              <a:rPr lang="en-US" sz="2800" dirty="0" err="1" smtClean="0"/>
              <a:t>Customer_No</a:t>
            </a:r>
            <a:r>
              <a:rPr lang="en-US" sz="2800" dirty="0" smtClean="0"/>
              <a:t> (PK, FK)Rent Start (PK)Rent </a:t>
            </a:r>
            <a:r>
              <a:rPr lang="en-US" sz="2800" dirty="0" err="1" smtClean="0"/>
              <a:t>FinishRent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b="1" dirty="0"/>
              <a:t>Owner : </a:t>
            </a:r>
            <a:r>
              <a:rPr lang="en-US" sz="2800" u="sng" dirty="0" err="1"/>
              <a:t>Owner_No</a:t>
            </a:r>
            <a:r>
              <a:rPr lang="en-US" sz="2800" dirty="0"/>
              <a:t> </a:t>
            </a:r>
            <a:r>
              <a:rPr lang="en-US" sz="2800" dirty="0" err="1"/>
              <a:t>Owner_Name</a:t>
            </a:r>
            <a:r>
              <a:rPr lang="en-US" sz="2800" dirty="0"/>
              <a:t> </a:t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  </a:t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b="0" dirty="0" smtClean="0">
                <a:effectLst/>
              </a:rPr>
              <a:t/>
            </a:r>
            <a:br>
              <a:rPr lang="en-US" sz="2800" b="0" dirty="0" smtClean="0">
                <a:effectLst/>
              </a:rPr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800" u="sng" dirty="0"/>
          </a:p>
        </p:txBody>
      </p:sp>
    </p:spTree>
    <p:extLst>
      <p:ext uri="{BB962C8B-B14F-4D97-AF65-F5344CB8AC3E}">
        <p14:creationId xmlns:p14="http://schemas.microsoft.com/office/powerpoint/2010/main" val="363217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</Words>
  <Application>Microsoft Office PowerPoint</Application>
  <PresentationFormat>On-screen Show (4:3)</PresentationFormat>
  <Paragraphs>3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1NF  Customer : Customer_No    CName            Rent _Details: Property_No    (FK : Customer_Number)  PAddress Rent  RentStart RentFinish  Owner_No    Oname      </vt:lpstr>
      <vt:lpstr>   2NF  Customer : Customer_No    CName            Property: Property_No  Paddress Owner_No Owner_Name   Rent: Property_No(PK, FK) Customer No (PK, FK)Rent_Start (PK)Rent_Finish Rent        </vt:lpstr>
      <vt:lpstr>           3NF  Customer : Customer_No    CName            Property: Property_No  Paddress (FK: Owner_No)  Rent _Porperty : Property_NO (PK, FK)Customer_No (PK, FK)Rent Start (PK)Rent FinishRent  Owner : Owner_No Owner_Name           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9</cp:revision>
  <dcterms:created xsi:type="dcterms:W3CDTF">2025-11-09T07:51:21Z</dcterms:created>
  <dcterms:modified xsi:type="dcterms:W3CDTF">2025-11-09T09:47:32Z</dcterms:modified>
</cp:coreProperties>
</file>